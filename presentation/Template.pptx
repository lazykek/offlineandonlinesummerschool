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5" r:id="rId9"/>
    <p:sldId id="265" r:id="rId10"/>
    <p:sldId id="266" r:id="rId11"/>
    <p:sldId id="276" r:id="rId12"/>
    <p:sldId id="268" r:id="rId13"/>
    <p:sldId id="273" r:id="rId14"/>
    <p:sldId id="274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81FF"/>
    <a:srgbClr val="FFE7FF"/>
    <a:srgbClr val="F0EDFF"/>
    <a:srgbClr val="D4FAE6"/>
    <a:srgbClr val="FFF9C1"/>
    <a:srgbClr val="E3F5FF"/>
    <a:srgbClr val="FFE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2"/>
    <p:restoredTop sz="96148"/>
  </p:normalViewPr>
  <p:slideViewPr>
    <p:cSldViewPr snapToGrid="0" showGuides="1">
      <p:cViewPr>
        <p:scale>
          <a:sx n="66" d="100"/>
          <a:sy n="66" d="100"/>
        </p:scale>
        <p:origin x="1552" y="1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CBE39D8-4679-AEDF-EACE-968A0C4907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162DEF-61D1-95A4-272C-C6C1381800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F68EE-A70C-3644-86FC-D1E079D7FEAF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726DD7-AC0F-37F3-7A54-ACAA1A8AA6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38A616-67E6-AC85-C5E7-FA5CBB6E9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F70DF-D5AD-784F-89E3-EFD441354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0201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28FC6-2564-B845-AC4B-CAA6C28646B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696AD-702A-8248-BDD5-8320E44BF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0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8222C7F-ECF5-0423-8B61-1AE23AEAD8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3297544"/>
            <a:ext cx="5580062" cy="139066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AF3009E-176A-69BE-9C20-4F55839219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1543" y="5588000"/>
            <a:ext cx="3609022" cy="822325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ts val="3000"/>
              </a:lnSpc>
              <a:buNone/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E0A8D119-F392-89F3-CF20-DEE064C9D7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5938" y="5019664"/>
            <a:ext cx="1390661" cy="1390661"/>
          </a:xfrm>
          <a:prstGeom prst="roundRect">
            <a:avLst>
              <a:gd name="adj" fmla="val 4158"/>
            </a:avLst>
          </a:prstGeom>
          <a:solidFill>
            <a:schemeClr val="bg1">
              <a:lumMod val="95000"/>
            </a:schemeClr>
          </a:solidFill>
        </p:spPr>
        <p:txBody>
          <a:bodyPr anchor="b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фотографии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115483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78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1706" userDrawn="1">
          <p15:clr>
            <a:srgbClr val="FBAE40"/>
          </p15:clr>
        </p15:guide>
        <p15:guide id="8" orient="horz" pos="1253" userDrawn="1">
          <p15:clr>
            <a:srgbClr val="FBAE40"/>
          </p15:clr>
        </p15:guide>
        <p15:guide id="9" orient="horz" pos="799" userDrawn="1">
          <p15:clr>
            <a:srgbClr val="FBAE40"/>
          </p15:clr>
        </p15:guide>
        <p15:guide id="10" orient="horz" pos="2614" userDrawn="1">
          <p15:clr>
            <a:srgbClr val="FBAE40"/>
          </p15:clr>
        </p15:guide>
        <p15:guide id="11" orient="horz" pos="3067" userDrawn="1">
          <p15:clr>
            <a:srgbClr val="FBAE40"/>
          </p15:clr>
        </p15:guide>
        <p15:guide id="12" orient="horz" pos="35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8222C7F-ECF5-0423-8B61-1AE23AEAD8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675ACA6-DA85-486A-D6FA-96A429D6F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A912C83F-26E6-6FF7-33DD-D5C5F8512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0284" y="1829055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A1313ED1-800E-C426-2DE6-89C9AFDCAF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0136" y="1829055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D7B59C4-B952-720E-CC18-8C08EFA6BF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0284" y="281998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56634C17-63DF-1A6C-1473-81C6BF0BC2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0136" y="281998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0EAD660-8B85-07CA-BCC8-9E0285125C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60284" y="383633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EE0B61F-3198-705E-961A-FE153259BF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20136" y="383633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C99C6ACA-6BA1-3ADA-6179-019633869F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284" y="4899978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8079ED9-2880-A430-8AEF-A34E737379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20136" y="4899978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B8D01588-0B95-50AE-5607-5BD9F0979F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99590" y="1775700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C9834320-5466-708F-11EB-E602BF6B7C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99590" y="2779526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02</a:t>
            </a:r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094DDA27-999D-3EF6-62E9-5C54DC8E49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99590" y="3797329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03</a:t>
            </a:r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FE5EB98F-89D5-8436-76BF-66C1CD49E0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99590" y="4864132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04</a:t>
            </a:r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9CAD86D-A48C-293D-F71E-4839BA95B8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1775700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05</a:t>
            </a:r>
            <a:endParaRPr lang="ru-RU" dirty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2D2A3E89-38A6-97FD-9B50-456DFF78EE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2779526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06</a:t>
            </a:r>
            <a:endParaRPr lang="ru-RU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5A369DFA-27A5-CBA8-8B00-9AC15DA6F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97329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07</a:t>
            </a:r>
            <a:endParaRPr lang="ru-RU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8400063-F671-9304-D870-5B31BBC6AA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864132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08</a:t>
            </a:r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5BA821-C6DE-9040-9006-6E4184139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8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1">
    <p:bg>
      <p:bgPr>
        <a:solidFill>
          <a:srgbClr val="F0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EDD1BC-B8D8-8048-A89D-A6115FE5B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7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2">
    <p:bg>
      <p:bgPr>
        <a:solidFill>
          <a:srgbClr val="D4F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4B4E99-3D1C-2F45-BE2A-0CAD19ADB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0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3">
    <p:bg>
      <p:bgPr>
        <a:solidFill>
          <a:srgbClr val="E3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650734-CCE5-E146-8C98-C863D4DEA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31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7" y="1645921"/>
            <a:ext cx="11196637" cy="4662804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21"/>
            <a:ext cx="11196637" cy="4662804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7EFA7BF2-C453-4E4A-EE81-1ED58F6C2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31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.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855D40E2-C5F7-1EC5-2DA9-BFA9B0CC6D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6107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2CAAEB25-A018-DCC8-B6FE-68F8FF9C68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06108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92FBCB86-61F4-5227-2D45-EA164E7A25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5C2995-6D76-6C4B-8188-238F025A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0E7F86-E525-1BEE-FFD2-2853EEF03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9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.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855D40E2-C5F7-1EC5-2DA9-BFA9B0CC6D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7739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2CAAEB25-A018-DCC8-B6FE-68F8FF9C68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07740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Рисунок 10">
            <a:extLst>
              <a:ext uri="{FF2B5EF4-FFF2-40B4-BE49-F238E27FC236}">
                <a16:creationId xmlns:a16="http://schemas.microsoft.com/office/drawing/2014/main" id="{B7A03CBF-029C-128A-F745-CB7FAC5BF28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12223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BDA4EDCD-6E8A-A939-A5AA-1E1A90EC9B7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224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DBF87ED-2817-AF38-A2DB-67D80617A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7EC5E4-3432-BE4A-B177-7EE0913A1B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70D466-593D-347F-550D-3ED9638FF1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5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98D67202-09AA-A314-66EE-1C60DA1B56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F5A4345A-5A9E-4C0D-A98E-1FF30C7961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7" y="1645921"/>
            <a:ext cx="11196637" cy="4662804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FC02980C-4479-A45B-C4E3-60121A393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21"/>
            <a:ext cx="11196637" cy="4662804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75BBE5-DF81-DB4F-A75A-BE565FD52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9D53B-DE52-697B-4CB8-2CFCA2B9FD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65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.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12538543-E42B-8E12-6333-117646C549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32B7F867-C527-DEDD-6BAE-ACADDD87EC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9" name="Рисунок 10">
            <a:extLst>
              <a:ext uri="{FF2B5EF4-FFF2-40B4-BE49-F238E27FC236}">
                <a16:creationId xmlns:a16="http://schemas.microsoft.com/office/drawing/2014/main" id="{00855A10-A4BE-432F-CD11-AE6E98827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33BE6F95-5160-C34F-EEAE-087D18030A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6107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30CFA6E-5C43-4A0A-B9BF-2D426DF9A28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09551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ED04569-5AD4-0E4E-BE33-B6D11D3900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0547C-7FB2-F67E-2440-154A32865A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 userDrawn="1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.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BB2DF9D3-9D5E-F047-EE91-6FBD092D51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35861E11-ED15-B8EF-1D54-330753E2C9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E5B84A49-1BEE-0476-A930-70E149622D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2" name="Рисунок 10">
            <a:extLst>
              <a:ext uri="{FF2B5EF4-FFF2-40B4-BE49-F238E27FC236}">
                <a16:creationId xmlns:a16="http://schemas.microsoft.com/office/drawing/2014/main" id="{3588BB22-5655-A179-8FEE-39ADC97178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7739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3" name="Рисунок 10">
            <a:extLst>
              <a:ext uri="{FF2B5EF4-FFF2-40B4-BE49-F238E27FC236}">
                <a16:creationId xmlns:a16="http://schemas.microsoft.com/office/drawing/2014/main" id="{54F159F9-9220-EAB7-E53D-DF9502FD8F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07740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4" name="Рисунок 10">
            <a:extLst>
              <a:ext uri="{FF2B5EF4-FFF2-40B4-BE49-F238E27FC236}">
                <a16:creationId xmlns:a16="http://schemas.microsoft.com/office/drawing/2014/main" id="{FBEBE78D-6FFE-3188-2610-40C8FD9D7A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12223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5" name="Рисунок 10">
            <a:extLst>
              <a:ext uri="{FF2B5EF4-FFF2-40B4-BE49-F238E27FC236}">
                <a16:creationId xmlns:a16="http://schemas.microsoft.com/office/drawing/2014/main" id="{65C16BCE-6557-E346-D760-A8E7CDB2E7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224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A0D7AE-E654-CD48-A8BB-0693664C0C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81798F-4E56-BA88-BCCE-20C474CE23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0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ая фраз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D3049429-ED9B-A49B-3FB7-4A6FA4DC0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7" y="512763"/>
            <a:ext cx="9554655" cy="363696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4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О-нотация лишь показывает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то, как ведёт себя алгоритм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на большом размере входных данных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1F2C0E-EF26-314B-A1BF-23A49EA774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5C781D-3F17-0F08-8016-FF98CD1D0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49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Акцентная фраз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974170-1CE0-4B19-04DA-453C044262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711C254-EDA2-DF90-0F15-EC2FEDFF2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F5643089-5AC2-8FC3-1EB2-B01ECCC690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464D42A9-1469-9226-B1E0-165652D79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3632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1D17725-C800-418F-21A0-95BD7BC5C5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83632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D4DF779-672F-E88E-114C-CB3529B86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83632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C30F6390-859F-B2FE-F2FA-A1E708B52B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15880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83794A4F-8CC1-1F92-AFCB-8BE7042FD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880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FBD9081A-F8F5-371F-D520-E4EF10C619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5880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7C3381FF-87F1-1017-CB02-3B07A694AB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48128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EAC6777-5798-1BCB-DD3B-6C34D5CB51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128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0679F085-057A-5CE2-C04C-DB5E3AA019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48128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1D6FEDCC-7890-90CA-5D8B-AC72427799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376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2BFEA766-4B4E-E079-0FCB-946A55BF9B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80376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C85321B1-E9ED-2852-D7F2-E65B78518E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80376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B82D57DE-96DA-05C1-696F-58FE0F05E77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15938" y="2936069"/>
            <a:ext cx="11196637" cy="26148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Место для вставки </a:t>
            </a:r>
            <a:r>
              <a:rPr lang="ru-RU" dirty="0" err="1"/>
              <a:t>таймлайна</a:t>
            </a:r>
            <a:r>
              <a:rPr lang="ru-RU" dirty="0"/>
              <a:t> (вставляется вручную через панель «Вставка»)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F67264DF-A6D4-5402-63D1-955C9510F1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8C5C1B2-80F5-2C49-BF8A-54088B8AB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2B7B36-FFAC-E293-373A-FFF998F36E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графика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6E7A079D-C37D-33A3-24DC-33E41E2F7C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8" y="3634032"/>
            <a:ext cx="3798154" cy="195555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27 марта — мероприятие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для менторов и руководителей стажеров в онлайн и офлайн формате. И подарки!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6CFDAA9-12CC-BB83-5137-C3A5EB5B0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2722118"/>
            <a:ext cx="3836606" cy="719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DD18C179-25EB-BB36-35D3-09BB1DD20D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999" y="512763"/>
            <a:ext cx="5613132" cy="5795962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95B6B735-86C9-CAF3-5299-1379A1A0810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512763"/>
            <a:ext cx="5613132" cy="5795962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D3683296-359A-2949-10EA-9E5418284B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2"/>
            <a:ext cx="4763198" cy="147637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D9918B-CE23-4D40-B2C7-F18B5A1716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750D5F-CB9A-F8A9-E153-456395951A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3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графика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6CFDAA9-12CC-BB83-5137-C3A5EB5B0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47762"/>
            <a:ext cx="5089215" cy="10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Рисунок 10">
            <a:extLst>
              <a:ext uri="{FF2B5EF4-FFF2-40B4-BE49-F238E27FC236}">
                <a16:creationId xmlns:a16="http://schemas.microsoft.com/office/drawing/2014/main" id="{E1452E89-E142-998A-C92F-50E1B4DEA1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2708275"/>
            <a:ext cx="5089214" cy="3600450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6" name="Рисунок 10">
            <a:extLst>
              <a:ext uri="{FF2B5EF4-FFF2-40B4-BE49-F238E27FC236}">
                <a16:creationId xmlns:a16="http://schemas.microsoft.com/office/drawing/2014/main" id="{D11A175F-AA06-E723-5434-3E215C81BD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2708275"/>
            <a:ext cx="5089214" cy="3600450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E57A393-579A-2A66-0E71-D9A05E01C7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2174" y="199804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6C63C22A-D9D2-0F74-5F6C-058A09EE1F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3625" y="270956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5038FF3E-A398-9765-C410-AC9CABA8F7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05284" y="270956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B9240B1C-5E1D-4322-9D9C-1E0F16382C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25076" y="342964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B9E450DB-5448-CB4D-BD7C-2A536294B1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90688" y="342964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7" name="Текст 16">
            <a:extLst>
              <a:ext uri="{FF2B5EF4-FFF2-40B4-BE49-F238E27FC236}">
                <a16:creationId xmlns:a16="http://schemas.microsoft.com/office/drawing/2014/main" id="{6FFC08F0-C80A-F677-FBD9-D956A94426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2174" y="342964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E40623B0-7549-7986-E47E-F1D15614D9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3625" y="414972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31" name="Текст 16">
            <a:extLst>
              <a:ext uri="{FF2B5EF4-FFF2-40B4-BE49-F238E27FC236}">
                <a16:creationId xmlns:a16="http://schemas.microsoft.com/office/drawing/2014/main" id="{742D6251-8B13-9B72-FCCE-3FC5BE8864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05284" y="414972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32" name="Рисунок 10">
            <a:extLst>
              <a:ext uri="{FF2B5EF4-FFF2-40B4-BE49-F238E27FC236}">
                <a16:creationId xmlns:a16="http://schemas.microsoft.com/office/drawing/2014/main" id="{78431590-4979-D204-F151-2733EF43FFA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5998" y="5856790"/>
            <a:ext cx="5616575" cy="451934"/>
          </a:xfrm>
          <a:prstGeom prst="roundRect">
            <a:avLst>
              <a:gd name="adj" fmla="val 28090"/>
            </a:avLst>
          </a:prstGeom>
          <a:solidFill>
            <a:srgbClr val="F0EDFF"/>
          </a:solidFill>
        </p:spPr>
        <p:txBody>
          <a:bodyPr anchor="b">
            <a:noAutofit/>
          </a:bodyPr>
          <a:lstStyle>
            <a:lvl1pPr marL="0" indent="0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C2445CFB-31C2-6E49-4C46-D85E22F785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856619"/>
            <a:ext cx="5616575" cy="452105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Подпись данных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054A8B9D-54E1-EB5F-2F9B-7AEFFF79DD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819D236-7065-614C-8A41-132204587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23B523-7002-920A-CE45-F7183B8C4D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7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аблица 5">
            <a:extLst>
              <a:ext uri="{FF2B5EF4-FFF2-40B4-BE49-F238E27FC236}">
                <a16:creationId xmlns:a16="http://schemas.microsoft.com/office/drawing/2014/main" id="{F7562B94-E37E-193B-79D9-21FFABEFD53B}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515938" y="3047999"/>
            <a:ext cx="9807505" cy="3260725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Таблица (вставляется вручную через панель «Вставка»)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F7DC7C-1D61-56A2-29D4-056314F86C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9" y="1997076"/>
            <a:ext cx="5580061" cy="8731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Короткий подзаголовок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две строки</a:t>
            </a:r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A98C0BA1-FC0B-6236-A7B2-3F8F1ABDBF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0A58C1-83D4-1B40-BD2B-8A08437E8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32744-04BC-253B-A886-69982A8B38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solidFill>
          <a:srgbClr val="FFF9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F2F2B428-6E8A-A9A4-905C-739E6A9E93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7" y="512763"/>
            <a:ext cx="11196637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за внимание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E704B4-6241-92FB-2E18-BA70C9CEFCF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071100" y="512763"/>
            <a:ext cx="1641475" cy="16414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7334EC-A7E4-2FEF-44E1-3808E514B7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5938" y="2682240"/>
            <a:ext cx="11170792" cy="368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12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4C78E-5481-0269-30E1-37F4F0DF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556AD6-BAEA-C31A-D622-D195B4214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BA77A11-B301-155C-4B10-24FD05F6E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992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488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  <p:sldLayoutId id="2147483683" r:id="rId4"/>
    <p:sldLayoutId id="2147483685" r:id="rId5"/>
    <p:sldLayoutId id="2147483686" r:id="rId6"/>
    <p:sldLayoutId id="2147483691" r:id="rId7"/>
    <p:sldLayoutId id="2147483694" r:id="rId8"/>
    <p:sldLayoutId id="2147483687" r:id="rId9"/>
    <p:sldLayoutId id="2147483693" r:id="rId10"/>
    <p:sldLayoutId id="2147483695" r:id="rId11"/>
    <p:sldLayoutId id="2147483688" r:id="rId12"/>
    <p:sldLayoutId id="2147483690" r:id="rId13"/>
    <p:sldLayoutId id="2147483698" r:id="rId14"/>
    <p:sldLayoutId id="2147483697" r:id="rId15"/>
    <p:sldLayoutId id="2147483696" r:id="rId16"/>
    <p:sldLayoutId id="214748368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06C11D9-0276-5AA5-6120-A93EE8CAE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87884" y="4978381"/>
            <a:ext cx="5580062" cy="1366855"/>
          </a:xfrm>
        </p:spPr>
        <p:txBody>
          <a:bodyPr/>
          <a:lstStyle/>
          <a:p>
            <a:r>
              <a:rPr lang="ru-RU" sz="2000"/>
              <a:t>Имя Фамилия</a:t>
            </a:r>
            <a:br>
              <a:rPr lang="ru-RU" sz="2000"/>
            </a:br>
            <a:r>
              <a:rPr lang="ru-RU" sz="2000"/>
              <a:t>Должность в компании</a:t>
            </a:r>
            <a:endParaRPr lang="ru-RU" sz="2000" dirty="0"/>
          </a:p>
        </p:txBody>
      </p:sp>
      <p:pic>
        <p:nvPicPr>
          <p:cNvPr id="8" name="Рисунок 7" descr="Изображение выглядит как Человеческое лицо, человек, Подбородок, шея&#10;&#10;Автоматически созданное описание">
            <a:extLst>
              <a:ext uri="{FF2B5EF4-FFF2-40B4-BE49-F238E27FC236}">
                <a16:creationId xmlns:a16="http://schemas.microsoft.com/office/drawing/2014/main" id="{4BB048F8-49EA-B44C-32E6-034B89F214D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/>
          <a:stretch>
            <a:fillRect/>
          </a:stretch>
        </p:blipFill>
        <p:spPr>
          <a:xfrm>
            <a:off x="515938" y="4978382"/>
            <a:ext cx="1366855" cy="136685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BA83D4-D652-A947-E670-82B06E099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27F89D-F801-9995-E48B-868015716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8" y="512763"/>
            <a:ext cx="3802062" cy="250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0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D97F049-93AB-9A9E-3AE9-AE4D506594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DB1F95-B10F-5B60-7587-8F85A4554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E750AC-9F2C-CEAE-87DF-78D3413674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65A2A2-4D3B-E400-0377-94F84ABFC7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0639F7E-8A8F-61D0-43F0-A7908C0252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6926156-22F5-2592-04FE-01905484F2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7A0D23-43C7-4220-7ED7-1F832AA9F9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828C38B-203F-2567-D943-EADFD67EDB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0EC924F-1B95-B5B8-3A64-B41331E422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3E8C127-2C8D-1739-A348-8CA9FEA5F6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01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ED0ED9C-CB84-F4B0-842D-2B06173D40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ru-RU" dirty="0"/>
              <a:t>02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1FC5224-4FFA-FF16-3A53-5EBBC4833F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ru-RU" dirty="0"/>
              <a:t>03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BC903D95-9682-1E73-BB45-EDE1560E16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/>
              <a:t>04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70C5356-FF45-3784-4A3F-CCFC8A7E73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dirty="0"/>
              <a:t>05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4F3D035-2CE6-D598-1CC1-1C848D3A7CD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06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E929439-93D9-E39C-D298-7F727BC613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dirty="0"/>
              <a:t>07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FA0E8D48-FF2D-CF36-0683-5CEE208099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ru-RU" dirty="0"/>
              <a:t>08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8158DB6A-42EB-A0CF-2B01-14DCEF259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397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E01B47D-0FC5-DC61-3EEC-F82DF9260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9A7F2E-0AC9-4294-7C53-B754D33057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01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54936BE-B51B-F651-6896-9583962F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1A71C3-A86D-9C44-B299-9D631BDDDCD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12466" t="9403" r="-1" b="18502"/>
          <a:stretch/>
        </p:blipFill>
        <p:spPr>
          <a:xfrm>
            <a:off x="6096000" y="2708276"/>
            <a:ext cx="5616575" cy="3600450"/>
          </a:xfrm>
        </p:spPr>
      </p:pic>
    </p:spTree>
    <p:extLst>
      <p:ext uri="{BB962C8B-B14F-4D97-AF65-F5344CB8AC3E}">
        <p14:creationId xmlns:p14="http://schemas.microsoft.com/office/powerpoint/2010/main" val="8767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157976A-AD97-C3A1-7D90-4765CB336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раздела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90A241-53FA-9314-A59A-1F91EB06D1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02</a:t>
            </a:r>
          </a:p>
        </p:txBody>
      </p:sp>
      <p:pic>
        <p:nvPicPr>
          <p:cNvPr id="6" name="Рисунок 5" descr="Изображение выглядит как рисунок, зарисовка, Графика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2330A08-18DB-C9E3-50D3-A8F568F4EDA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5989" t="20381" r="-6362" b="22157"/>
          <a:stretch/>
        </p:blipFill>
        <p:spPr>
          <a:xfrm>
            <a:off x="6096000" y="2708276"/>
            <a:ext cx="5616575" cy="3600450"/>
          </a:xfr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4FDD50-2527-080F-146F-0B5421F76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74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E37CE-06A7-61E1-7A83-8AAA08F3DA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раздела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BED279-27E8-7E3F-6186-0D3962018A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03</a:t>
            </a:r>
          </a:p>
        </p:txBody>
      </p:sp>
      <p:pic>
        <p:nvPicPr>
          <p:cNvPr id="6" name="Рисунок 5" descr="Изображение выглядит как зарисовка, рисунок, текст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8714396B-D150-0F79-4DCA-70A3DEF7C70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47156" r="-25198"/>
          <a:stretch/>
        </p:blipFill>
        <p:spPr>
          <a:xfrm>
            <a:off x="6096000" y="2708276"/>
            <a:ext cx="5616575" cy="3600450"/>
          </a:xfr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7ADB71-A5E0-7063-3515-F8FF1742A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84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17B0D6E7-EB40-5A02-DE7D-A65CB3CD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C563EDB-1A24-CF47-9579-1532A136267A}" type="slidenum">
              <a:rPr lang="ru-RU" smtClean="0"/>
              <a:pPr>
                <a:spcAft>
                  <a:spcPts val="600"/>
                </a:spcAft>
              </a:pPr>
              <a:t>6</a:t>
            </a:fld>
            <a:endParaRPr lang="ru-RU"/>
          </a:p>
        </p:txBody>
      </p:sp>
      <p:pic>
        <p:nvPicPr>
          <p:cNvPr id="12" name="Рисунок 11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4DE7AC2A-44C5-E2FA-468A-8D8F0908337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r="1" b="254"/>
          <a:stretch>
            <a:fillRect/>
          </a:stretch>
        </p:blipFill>
        <p:spPr>
          <a:xfrm>
            <a:off x="515938" y="1645921"/>
            <a:ext cx="11196637" cy="4662804"/>
          </a:xfrm>
          <a:noFill/>
        </p:spPr>
      </p:pic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BA92C32-8936-7C34-70AE-2F1A33FEDD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645921"/>
            <a:ext cx="11196637" cy="4662804"/>
          </a:xfrm>
        </p:spPr>
        <p:txBody>
          <a:bodyPr/>
          <a:lstStyle/>
          <a:p>
            <a:endParaRPr lang="en-001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10E503D0-2823-267D-6143-22B06380CA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512763"/>
            <a:ext cx="10895774" cy="755650"/>
          </a:xfrm>
        </p:spPr>
        <p:txBody>
          <a:bodyPr>
            <a:normAutofit/>
          </a:bodyPr>
          <a:lstStyle/>
          <a:p>
            <a:r>
              <a:rPr lang="ru-RU" dirty="0"/>
              <a:t>Заголовок в одну строку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C6343-C1D4-5255-48CE-80FCB0C76972}"/>
              </a:ext>
            </a:extLst>
          </p:cNvPr>
          <p:cNvSpPr txBox="1"/>
          <p:nvPr/>
        </p:nvSpPr>
        <p:spPr>
          <a:xfrm>
            <a:off x="1308100" y="6591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05873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3EDB733A-6868-E40D-B22C-9EFF5C1EB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CDC03E1-3BCD-3378-A64E-F45215F51A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A4E5E3D-ADC6-9BF7-64D8-737699E81E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-4730" t="-67369" r="-2926" b="-68463"/>
          <a:stretch/>
        </p:blipFill>
        <p:spPr>
          <a:xfrm>
            <a:off x="515939" y="1645919"/>
            <a:ext cx="5503024" cy="4662805"/>
          </a:xfr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C591F400-4A12-7AE4-E08B-6B22170988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14A2CE79-F635-5565-45B3-D583BD6FD5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 в одну строку</a:t>
            </a:r>
          </a:p>
        </p:txBody>
      </p:sp>
      <p:pic>
        <p:nvPicPr>
          <p:cNvPr id="10" name="Рисунок 9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D6C5548-EBCA-F9CB-8D75-1E8E7E401E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730" t="-67369" r="-2926" b="-68463"/>
          <a:stretch/>
        </p:blipFill>
        <p:spPr>
          <a:xfrm>
            <a:off x="6209551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81499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93FB24-7B4A-5A14-246E-13A9F2834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709F01-9A9F-AB56-ED76-6C0585E9B3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D45DB92-F502-63B1-D838-516933A0F8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6ACD06C6-E102-42C2-16A1-19CF9A8A73E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824357D-981A-6D67-E6FC-C504AD9D25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Заголовок в одну строку</a:t>
            </a:r>
          </a:p>
        </p:txBody>
      </p:sp>
      <p:pic>
        <p:nvPicPr>
          <p:cNvPr id="10" name="Рисунок 9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AD80D743-F0E3-46FB-0E0D-4D44F5205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515938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  <p:pic>
        <p:nvPicPr>
          <p:cNvPr id="12" name="Рисунок 11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74E6B06-C447-C45C-E322-EFAEBB7384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4295800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  <p:pic>
        <p:nvPicPr>
          <p:cNvPr id="13" name="Рисунок 12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EA4F4D17-2C22-A7CA-9C3C-3EFCD76EE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8111483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7126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4DAF46F2-4139-CC07-A9B4-B556BF2FD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AEFE682-4F4F-27F7-7D8D-8CFEB468B8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 в одну строку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B02F3C0D-8E6A-ED90-DBDC-8DCDA10AB6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2C9EBB3-E5D7-1425-7A26-448BDA7DE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-14845" t="-19469" r="-11967" b="2480"/>
          <a:stretch/>
        </p:blipFill>
        <p:spPr>
          <a:xfrm>
            <a:off x="515938" y="1645921"/>
            <a:ext cx="11196637" cy="4662804"/>
          </a:xfrm>
        </p:spPr>
      </p:pic>
    </p:spTree>
    <p:extLst>
      <p:ext uri="{BB962C8B-B14F-4D97-AF65-F5344CB8AC3E}">
        <p14:creationId xmlns:p14="http://schemas.microsoft.com/office/powerpoint/2010/main" val="27267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865220-E5E1-E2C6-8BC1-9AF06C2C3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6B997DF-EDFC-3264-7CB9-0BF88B24EB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 в одну строку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E703D1B7-1AD2-987B-EB90-0C6FABF450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4B9C493-F3EE-C827-CB34-FA48B7F4A7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Рисунок 13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E2747C70-838D-EFF8-BEBC-9B9EF1ADFB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-4730" t="-67369" r="-2926" b="-68463"/>
          <a:stretch/>
        </p:blipFill>
        <p:spPr>
          <a:xfrm>
            <a:off x="515939" y="1645919"/>
            <a:ext cx="5503024" cy="4662805"/>
          </a:xfrm>
        </p:spPr>
      </p:pic>
      <p:pic>
        <p:nvPicPr>
          <p:cNvPr id="15" name="Рисунок 14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918EC80D-CC22-8F64-A2D4-39218BA64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730" t="-67369" r="-2926" b="-68463"/>
          <a:stretch/>
        </p:blipFill>
        <p:spPr>
          <a:xfrm>
            <a:off x="6209551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105609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CB13271-A135-2A0A-54D5-D8BC92873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A419F6-D435-28D6-5AD1-8FEC768CE6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Заголовок в одну строку</a:t>
            </a:r>
          </a:p>
          <a:p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1D8C571-F727-C90D-2662-E3F900F776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49D37E18-F1E5-C0B4-C29D-25EC73021C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0F2CCFF-E417-0AE5-DDB8-E9BBC84095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F3A5DD37-E95C-B751-C414-3F562EB129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515938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  <p:pic>
        <p:nvPicPr>
          <p:cNvPr id="11" name="Рисунок 10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4EE8647-AB5A-896A-9507-677CC8CA0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4295800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  <p:pic>
        <p:nvPicPr>
          <p:cNvPr id="12" name="Рисунок 11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01A8F300-27A4-85F1-FB03-F957C46A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695" t="-47109" r="-5224" b="-57465"/>
          <a:stretch/>
        </p:blipFill>
        <p:spPr>
          <a:xfrm>
            <a:off x="8111483" y="1631091"/>
            <a:ext cx="3601092" cy="4677633"/>
          </a:xfrm>
          <a:prstGeom prst="roundRect">
            <a:avLst>
              <a:gd name="adj" fmla="val 4124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57599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236AF32-2783-A049-143E-7A3653FB85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О-нотация лишь показывает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то, как ведёт себя алгоритм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на </a:t>
            </a:r>
            <a:r>
              <a:rPr lang="ru-RU" dirty="0">
                <a:solidFill>
                  <a:schemeClr val="accent2"/>
                </a:solidFill>
                <a:effectLst/>
              </a:rPr>
              <a:t>большом размере </a:t>
            </a:r>
            <a:r>
              <a:rPr lang="ru-RU" dirty="0">
                <a:effectLst/>
              </a:rPr>
              <a:t>входных</a:t>
            </a: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данных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6E8114-55C5-D55A-D7E8-0D9840FA8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155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D78778-E8D8-FF38-218C-DA5B8FC6B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DB4D4C45-7E82-7536-D1C4-F3C9F01EB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644243"/>
            <a:ext cx="3798154" cy="194534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27 марта — мероприятие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для менторов и руководителей стажеров в онлайн и офлайн формате. И подарки!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F08C06-2F71-77AC-1603-10428F9F72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708275"/>
            <a:ext cx="3836606" cy="719137"/>
          </a:xfrm>
        </p:spPr>
        <p:txBody>
          <a:bodyPr/>
          <a:lstStyle/>
          <a:p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2CD6DB9-D686-A66A-7514-0E71F463F4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Рисунок 10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4ABF9D0-B29B-B205-CA86-815CC1E8E8C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-6606" t="-28690" r="-3015" b="-25097"/>
          <a:stretch/>
        </p:blipFill>
        <p:spPr>
          <a:xfrm>
            <a:off x="6096000" y="512763"/>
            <a:ext cx="5613132" cy="5795962"/>
          </a:xfr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C42845E-A680-0B49-2ECB-90DFA2402C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917663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D78778-E8D8-FF38-218C-DA5B8FC6B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F08C06-2F71-77AC-1603-10428F9F72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F6F9DB-0A22-F439-A010-AD1C11D72C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2" name="Рисунок 61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279CDFE-851A-A428-DFDA-8888C0FEDD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-10279" t="-19281" r="-8542" b="-5558"/>
          <a:stretch/>
        </p:blipFill>
        <p:spPr>
          <a:xfrm>
            <a:off x="515939" y="2708275"/>
            <a:ext cx="5089214" cy="3600450"/>
          </a:xfrm>
        </p:spPr>
      </p:pic>
      <p:sp>
        <p:nvSpPr>
          <p:cNvPr id="23" name="Текст 22">
            <a:extLst>
              <a:ext uri="{FF2B5EF4-FFF2-40B4-BE49-F238E27FC236}">
                <a16:creationId xmlns:a16="http://schemas.microsoft.com/office/drawing/2014/main" id="{1912C591-7784-5F4D-9FF9-77182CDE41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sz="2000" dirty="0"/>
              <a:t>01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895E32E-E847-12A1-DEDD-2BEDA8AC84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sz="2000" dirty="0"/>
              <a:t>02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92AD350-C65E-0941-3DE1-CC5DCEE0E4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sz="2000" dirty="0"/>
              <a:t>03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597C81C2-4856-9191-D012-7B059FA92AE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sz="2000" dirty="0"/>
              <a:t>04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66A0932F-84D6-30B7-B941-89C2C4582A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ru-RU" sz="2000" dirty="0"/>
              <a:t>06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A946ABD3-7D76-AC8A-4831-60076A7B4DC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ru-RU" sz="2000" dirty="0"/>
              <a:t>05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48924429-25DF-53E8-A56A-4E3443053B2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ru-RU" sz="2000" dirty="0"/>
              <a:t>07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2A950C37-1EAC-CFC8-2CE5-36A785B0A6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ru-RU" sz="2000" dirty="0"/>
              <a:t>08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87B8C08C-26AB-1319-5F47-AFE48409DEB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11846F34-4FD7-F7F3-EC7C-15DFB1135F9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ru-RU" dirty="0"/>
              <a:t>Подпись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42845E-A680-0B49-2ECB-90DFA2402CA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Заголовок в одну строку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6CB9A64-ADC0-0BAB-29B8-08116767C01A}"/>
              </a:ext>
            </a:extLst>
          </p:cNvPr>
          <p:cNvCxnSpPr>
            <a:stCxn id="23" idx="1"/>
            <a:endCxn id="24" idx="0"/>
          </p:cNvCxnSpPr>
          <p:nvPr/>
        </p:nvCxnSpPr>
        <p:spPr>
          <a:xfrm flipH="1">
            <a:off x="7831138" y="2210736"/>
            <a:ext cx="711036" cy="499127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0EA6D003-FE3A-7F1A-B5AB-4221C83CDCAE}"/>
              </a:ext>
            </a:extLst>
          </p:cNvPr>
          <p:cNvCxnSpPr>
            <a:stCxn id="24" idx="1"/>
            <a:endCxn id="26" idx="0"/>
          </p:cNvCxnSpPr>
          <p:nvPr/>
        </p:nvCxnSpPr>
        <p:spPr>
          <a:xfrm flipH="1">
            <a:off x="6773069" y="2922257"/>
            <a:ext cx="710556" cy="506743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1915189E-D9C8-2CDF-7F20-C98236840B52}"/>
              </a:ext>
            </a:extLst>
          </p:cNvPr>
          <p:cNvCxnSpPr>
            <a:stCxn id="23" idx="3"/>
            <a:endCxn id="25" idx="0"/>
          </p:cNvCxnSpPr>
          <p:nvPr/>
        </p:nvCxnSpPr>
        <p:spPr>
          <a:xfrm>
            <a:off x="9238089" y="2210736"/>
            <a:ext cx="715537" cy="499127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C1B33B58-5ADC-303E-2329-73498E8658E4}"/>
              </a:ext>
            </a:extLst>
          </p:cNvPr>
          <p:cNvCxnSpPr>
            <a:stCxn id="25" idx="3"/>
            <a:endCxn id="27" idx="0"/>
          </p:cNvCxnSpPr>
          <p:nvPr/>
        </p:nvCxnSpPr>
        <p:spPr>
          <a:xfrm>
            <a:off x="10301199" y="2922257"/>
            <a:ext cx="737483" cy="506743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BC68B5CE-F742-18BD-C49B-84043BB508DA}"/>
              </a:ext>
            </a:extLst>
          </p:cNvPr>
          <p:cNvCxnSpPr>
            <a:stCxn id="25" idx="1"/>
            <a:endCxn id="28" idx="0"/>
          </p:cNvCxnSpPr>
          <p:nvPr/>
        </p:nvCxnSpPr>
        <p:spPr>
          <a:xfrm flipH="1">
            <a:off x="8890001" y="2922257"/>
            <a:ext cx="715283" cy="506743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FDCE223-060A-EDA0-7D8B-5824F255B675}"/>
              </a:ext>
            </a:extLst>
          </p:cNvPr>
          <p:cNvCxnSpPr>
            <a:stCxn id="28" idx="1"/>
            <a:endCxn id="29" idx="0"/>
          </p:cNvCxnSpPr>
          <p:nvPr/>
        </p:nvCxnSpPr>
        <p:spPr>
          <a:xfrm flipH="1">
            <a:off x="7831138" y="3642336"/>
            <a:ext cx="711036" cy="507389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269DF72A-3C85-2D91-8D43-0219641057D7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>
            <a:off x="9238089" y="3642336"/>
            <a:ext cx="715537" cy="507389"/>
          </a:xfrm>
          <a:prstGeom prst="line">
            <a:avLst/>
          </a:prstGeom>
          <a:ln w="38100">
            <a:solidFill>
              <a:srgbClr val="F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274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E452B5D0-0687-4A42-3CB5-BF506942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693BF3-F71B-4663-16C3-C6C97E82F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721F43-1738-6080-BC0D-28B3544ED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6AF82E-2EE0-72F9-78A2-DF572FC0D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01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5EFA8BA-EE4D-1D88-6FDE-401AE96A9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FA72D3B-30D6-341A-EAFE-D6F42B12B3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C505AE4-B6EB-0129-5A5A-F4FABD0342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02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860DAD8-671A-438D-FBA3-6B9AC10B81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C411DFE-1486-E979-46D3-2C3B5A3C45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910B640-CA1B-8E94-E544-10D7A89934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03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C0A23CA-0C41-D388-7345-A5FA89DD4B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B3CE12E-9501-E1B6-B1E4-7AB4C2EBDE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67BA9E12-29D5-45B3-BF10-CB96B38D13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/>
              <a:t>04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BE076A7-3D3B-28A2-2799-BAA90C7642B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49184A8F-73C6-F647-DB4B-BA5AF7C995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r>
              <a:rPr lang="ru-RU" dirty="0"/>
              <a:t>Информационный блок в несколько строк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5A26512F-A3C7-3C7B-EFBC-B394F66980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dirty="0"/>
              <a:t>05</a:t>
            </a:r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AE105088-3A1B-9AE1-8D61-D9DF6503FA28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28E3F44-6737-D6B6-6B83-CEF2293E20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ru-RU" dirty="0"/>
              <a:t>Заголовок в одну строку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7F2A0D35-FB20-522D-CE3C-9D43C30F9B35}"/>
              </a:ext>
            </a:extLst>
          </p:cNvPr>
          <p:cNvCxnSpPr>
            <a:cxnSpLocks/>
          </p:cNvCxnSpPr>
          <p:nvPr/>
        </p:nvCxnSpPr>
        <p:spPr>
          <a:xfrm>
            <a:off x="515938" y="3042977"/>
            <a:ext cx="1119663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815C28F1-4DF5-9396-9E2A-58EC5E66E06E}"/>
              </a:ext>
            </a:extLst>
          </p:cNvPr>
          <p:cNvSpPr/>
          <p:nvPr/>
        </p:nvSpPr>
        <p:spPr>
          <a:xfrm>
            <a:off x="515938" y="2989996"/>
            <a:ext cx="115923" cy="1159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624CA022-E8D9-3021-F2DF-5F83768A7D88}"/>
              </a:ext>
            </a:extLst>
          </p:cNvPr>
          <p:cNvSpPr/>
          <p:nvPr/>
        </p:nvSpPr>
        <p:spPr>
          <a:xfrm>
            <a:off x="2793157" y="2989996"/>
            <a:ext cx="115923" cy="1159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5D36975F-A082-4694-181E-BC94EA542D1B}"/>
              </a:ext>
            </a:extLst>
          </p:cNvPr>
          <p:cNvSpPr/>
          <p:nvPr/>
        </p:nvSpPr>
        <p:spPr>
          <a:xfrm>
            <a:off x="5031755" y="2989996"/>
            <a:ext cx="115923" cy="1159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0EEC49E-BB89-2103-C11E-5F0D9D899531}"/>
              </a:ext>
            </a:extLst>
          </p:cNvPr>
          <p:cNvSpPr/>
          <p:nvPr/>
        </p:nvSpPr>
        <p:spPr>
          <a:xfrm>
            <a:off x="7257653" y="2989996"/>
            <a:ext cx="115923" cy="1159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B14C725-CB94-D902-F54F-71CD76A45CC0}"/>
              </a:ext>
            </a:extLst>
          </p:cNvPr>
          <p:cNvSpPr/>
          <p:nvPr/>
        </p:nvSpPr>
        <p:spPr>
          <a:xfrm>
            <a:off x="9470851" y="2989996"/>
            <a:ext cx="115923" cy="1159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051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EC3E93-85FE-08D5-13FD-00DFBBAB0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563EDB-1A24-CF47-9579-1532A136267A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992D84AF-BA87-9260-5A28-2E61832C9C28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140DF5E5-6AEF-A5E3-688C-62A75C450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Короткий 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7E2502F6-E9A6-299A-7B32-AC6A633BB2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dirty="0"/>
              <a:t>Заголовок в одну строку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C0A4979-DA6E-C3A3-9110-267E402A3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594433"/>
              </p:ext>
            </p:extLst>
          </p:nvPr>
        </p:nvGraphicFramePr>
        <p:xfrm>
          <a:off x="515938" y="3048000"/>
          <a:ext cx="9807506" cy="3260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3753">
                  <a:extLst>
                    <a:ext uri="{9D8B030D-6E8A-4147-A177-3AD203B41FA5}">
                      <a16:colId xmlns:a16="http://schemas.microsoft.com/office/drawing/2014/main" val="1848581807"/>
                    </a:ext>
                  </a:extLst>
                </a:gridCol>
                <a:gridCol w="4903753">
                  <a:extLst>
                    <a:ext uri="{9D8B030D-6E8A-4147-A177-3AD203B41FA5}">
                      <a16:colId xmlns:a16="http://schemas.microsoft.com/office/drawing/2014/main" val="2134439075"/>
                    </a:ext>
                  </a:extLst>
                </a:gridCol>
              </a:tblGrid>
              <a:tr h="403161">
                <a:tc>
                  <a:txBody>
                    <a:bodyPr/>
                    <a:lstStyle/>
                    <a:p>
                      <a:r>
                        <a:rPr lang="ru-RU" sz="1200" b="0" i="0" dirty="0">
                          <a:solidFill>
                            <a:schemeClr val="tx2"/>
                          </a:solidFill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Название раздела</a:t>
                      </a:r>
                      <a:endParaRPr lang="ru-RU" sz="12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i="0" dirty="0">
                          <a:solidFill>
                            <a:schemeClr val="tx2"/>
                          </a:solidFill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Название раздела</a:t>
                      </a:r>
                      <a:endParaRPr lang="ru-RU" sz="12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06791"/>
                  </a:ext>
                </a:extLst>
              </a:tr>
              <a:tr h="952522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Подпись данных</a:t>
                      </a:r>
                      <a:endParaRPr lang="ru-RU" sz="16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10%</a:t>
                      </a:r>
                      <a:endParaRPr lang="ru-RU" sz="24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124390"/>
                  </a:ext>
                </a:extLst>
              </a:tr>
              <a:tr h="952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Подпись данных</a:t>
                      </a:r>
                      <a:endParaRPr lang="ru-RU" sz="16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20%</a:t>
                      </a:r>
                      <a:endParaRPr lang="ru-RU" sz="24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64873"/>
                  </a:ext>
                </a:extLst>
              </a:tr>
              <a:tr h="952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Подпись данных</a:t>
                      </a:r>
                      <a:endParaRPr lang="ru-RU" sz="16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dirty="0">
                          <a:effectLst/>
                          <a:latin typeface="Yandex Sans Geo Medium" pitchFamily="2" charset="0"/>
                          <a:cs typeface="Yandex Sans Geo Medium" pitchFamily="2" charset="0"/>
                        </a:rPr>
                        <a:t>30%</a:t>
                      </a:r>
                      <a:endParaRPr lang="ru-RU" sz="2400" b="0" i="0" dirty="0">
                        <a:solidFill>
                          <a:schemeClr val="tx2"/>
                        </a:solidFill>
                        <a:latin typeface="Yandex Sans Geo Medium" pitchFamily="2" charset="0"/>
                        <a:cs typeface="Yandex Sans Geo Medium" pitchFamily="2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29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25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8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5A9F606-48B9-E7B6-0DAC-DCCDE42DB7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10" name="Рисунок 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4D3DCE-BDD7-211E-AEB5-BDB8AC2F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960" y="445536"/>
            <a:ext cx="2008312" cy="20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5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Y&amp;&amp;Y Colors">
      <a:dk1>
        <a:srgbClr val="000000"/>
      </a:dk1>
      <a:lt1>
        <a:srgbClr val="FFFFFF"/>
      </a:lt1>
      <a:dk2>
        <a:srgbClr val="201B10"/>
      </a:dk2>
      <a:lt2>
        <a:srgbClr val="F3F3F3"/>
      </a:lt2>
      <a:accent1>
        <a:srgbClr val="FCE300"/>
      </a:accent1>
      <a:accent2>
        <a:srgbClr val="FF5F00"/>
      </a:accent2>
      <a:accent3>
        <a:srgbClr val="B6A3FF"/>
      </a:accent3>
      <a:accent4>
        <a:srgbClr val="2AE881"/>
      </a:accent4>
      <a:accent5>
        <a:srgbClr val="FF87FF"/>
      </a:accent5>
      <a:accent6>
        <a:srgbClr val="73CCFE"/>
      </a:accent6>
      <a:hlink>
        <a:srgbClr val="FCE300"/>
      </a:hlink>
      <a:folHlink>
        <a:srgbClr val="FFF9C1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8137</TotalTime>
  <Words>308</Words>
  <Application>Microsoft Macintosh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Yandex Sans Geo Medium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</dc:title>
  <dc:creator>Kseniya Ovchinnikova</dc:creator>
  <cp:lastModifiedBy>Мария</cp:lastModifiedBy>
  <cp:revision>44</cp:revision>
  <dcterms:created xsi:type="dcterms:W3CDTF">2024-05-12T18:13:47Z</dcterms:created>
  <dcterms:modified xsi:type="dcterms:W3CDTF">2026-04-07T12:38:57Z</dcterms:modified>
</cp:coreProperties>
</file>